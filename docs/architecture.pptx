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94" d="100"/>
          <a:sy n="94" d="100"/>
        </p:scale>
        <p:origin x="28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B64E-EFAF-4E01-1238-96F734D86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1EB51-AB9A-5251-7D82-860709EE7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D653E-4AB8-2F2C-995C-4DD61911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35B8-73A2-45A5-F4E0-91C8EE10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4B331-F406-BFB3-555C-4652BB0D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6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AF93-000D-7546-B3EF-2A7DA510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C07B3-3428-0E15-E53C-361C11597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83D6D-B3A0-8386-9368-A9AEB48E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53644-217B-9F8D-CE9B-1303566B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E9324-6386-E16B-BE8C-9C9CD9C9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3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19B5-491D-1E62-B5B3-C880659C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69D83-2C0B-D53B-B83B-88141CC46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0CCB2-155A-C2CF-A821-B39CCE3E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FF478-6E07-742C-6CDA-198DB344B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F5F1B-430B-5431-C8B8-E4963D14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4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25F7-942B-4BB3-9C20-79950EC8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3F536-33E1-E8A8-5F0F-957E51938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AEA3-A4D9-31B2-6AE6-9D7C7D1EF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D4184-539D-BB69-E342-EC864528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D7D6E-7839-CA81-BCA1-BFF2C6B0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AA671-EFBF-8BDC-781A-B1DABEF5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7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00CD-D6B2-321C-FFCB-78FD694E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8A068-7346-4871-DBBD-1D529726C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FA470-E032-34C1-5477-4BE7B99D8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09634-BA8B-6CDC-BE4A-DF7AEB04B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A4D6A-F7D0-ECD2-094C-7F3769EB9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9DC1C-3B86-A557-8142-540DC5B3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501A9-FE9D-95A5-3F32-9EA2CB7E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72E7C3-69D2-CF2D-4760-44D72D65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2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501B-B118-DB53-BD78-59769A74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24C51-8EDD-1873-46B5-880912F9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1B3E9-462A-1FC2-F0AF-B0CC55A0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0CBB3-D3AB-0420-2BEB-FD2DE07F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6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310FB-F644-94B2-F2FE-2828A837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A2FDA-1A65-6A64-D538-A4B6B64A4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BC27A-1263-4078-2C1B-A7C02C20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1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FB4EC-D647-F3E7-D285-E83F6C92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B1CC3-E7A6-9BF6-6BEA-DEBCAFE62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702AE-91DF-2F63-1AC9-AB572F4D4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F895C-78BE-4CA4-C095-C39C4724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600BC-5C03-D119-FF60-866947BC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5EEDA-ED59-6224-FEAD-3DC047B0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48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44F4-F6D8-DE41-B924-BB3A9F46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C009F-1210-0F35-6823-5F5504E80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C3EEC-1BA7-3340-2EAD-6A36F877C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1D9B1-953D-0B8E-13FD-BB710472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355F6-EFF6-C0A0-E6F7-4341CEAE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D05E3-0815-9CEC-9828-A4CCF002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0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0B31-C8A0-3A41-CD1A-7E0EA636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B2C4A-E7F6-EB65-279F-9C9602FE6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579CA-C8CB-D651-05F8-77788741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06C71-9890-FF54-D8E4-C38D61EF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FF09D-0CDF-9715-C96B-32634BF7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2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B43E5-BD1D-B750-DF35-F6AE0ECA9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BDA7E-1D89-1F44-A702-D960CD4AE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230E1-8A9D-F2FB-10C4-09C55F64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8B583-C634-5FC3-FB1A-F4CFB448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BF5CE-681C-BBC6-22B0-ECBF65F9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0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B3BA2-372A-EBC2-3369-2396EEF33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3E282-A655-8141-9EB5-DE448CF1C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177C-331C-85AF-7A48-6C7CCDB66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B6CDF-824A-44A3-BC12-57F39304B82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6702F-6507-7FBA-B96B-6A3E43C7D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E5123-4140-4AC2-1BC7-08250E21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E0FA3-05EA-45F1-B133-0E0768781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0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C02A68D-AF3B-4743-4901-241F1EA08A0A}"/>
              </a:ext>
            </a:extLst>
          </p:cNvPr>
          <p:cNvSpPr/>
          <p:nvPr/>
        </p:nvSpPr>
        <p:spPr>
          <a:xfrm>
            <a:off x="0" y="2308413"/>
            <a:ext cx="12192000" cy="24412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1524F-DBBC-54D5-AA39-9CC28580C220}"/>
              </a:ext>
            </a:extLst>
          </p:cNvPr>
          <p:cNvSpPr/>
          <p:nvPr/>
        </p:nvSpPr>
        <p:spPr>
          <a:xfrm>
            <a:off x="0" y="4247926"/>
            <a:ext cx="12192000" cy="26100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6506D4-56AD-FD38-F565-EDF5ABA66306}"/>
              </a:ext>
            </a:extLst>
          </p:cNvPr>
          <p:cNvSpPr/>
          <p:nvPr/>
        </p:nvSpPr>
        <p:spPr>
          <a:xfrm>
            <a:off x="0" y="-93983"/>
            <a:ext cx="12192000" cy="24412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A49915-48BF-25BF-A8FC-4A9A4B70A5D4}"/>
              </a:ext>
            </a:extLst>
          </p:cNvPr>
          <p:cNvSpPr/>
          <p:nvPr/>
        </p:nvSpPr>
        <p:spPr>
          <a:xfrm>
            <a:off x="1390127" y="763644"/>
            <a:ext cx="2561665" cy="1344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main.cpp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043B17-4817-9AB5-6DF9-E02D6195C481}"/>
              </a:ext>
            </a:extLst>
          </p:cNvPr>
          <p:cNvSpPr/>
          <p:nvPr/>
        </p:nvSpPr>
        <p:spPr>
          <a:xfrm>
            <a:off x="4668968" y="763643"/>
            <a:ext cx="2561665" cy="1344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MainWindow.h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F7D570-C13F-580F-2C1D-6433BA85781D}"/>
              </a:ext>
            </a:extLst>
          </p:cNvPr>
          <p:cNvSpPr/>
          <p:nvPr/>
        </p:nvSpPr>
        <p:spPr>
          <a:xfrm>
            <a:off x="7947809" y="763642"/>
            <a:ext cx="2561665" cy="1344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MainWindow.cpp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140B9A-AA91-35CA-D229-DD11BA5A1A9B}"/>
              </a:ext>
            </a:extLst>
          </p:cNvPr>
          <p:cNvSpPr/>
          <p:nvPr/>
        </p:nvSpPr>
        <p:spPr>
          <a:xfrm>
            <a:off x="3028427" y="2590203"/>
            <a:ext cx="2561665" cy="1344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filemanager.h</a:t>
            </a:r>
            <a:r>
              <a:rPr lang="en-US" dirty="0"/>
              <a:t> / filemanager.cpp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9E509B-2D66-37A6-1A6A-1F7573948D5F}"/>
              </a:ext>
            </a:extLst>
          </p:cNvPr>
          <p:cNvSpPr/>
          <p:nvPr/>
        </p:nvSpPr>
        <p:spPr>
          <a:xfrm>
            <a:off x="6322957" y="2590202"/>
            <a:ext cx="2561665" cy="1344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converter.h</a:t>
            </a:r>
            <a:r>
              <a:rPr lang="en-US" dirty="0"/>
              <a:t> / convertyer.cpp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656C54-9AA5-4B62-2C29-7FC72780187B}"/>
              </a:ext>
            </a:extLst>
          </p:cNvPr>
          <p:cNvSpPr/>
          <p:nvPr/>
        </p:nvSpPr>
        <p:spPr>
          <a:xfrm>
            <a:off x="4769821" y="4416761"/>
            <a:ext cx="2561665" cy="1344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AA145-5D3B-3D9C-995C-C2009DCA2031}"/>
              </a:ext>
            </a:extLst>
          </p:cNvPr>
          <p:cNvSpPr txBox="1"/>
          <p:nvPr/>
        </p:nvSpPr>
        <p:spPr>
          <a:xfrm>
            <a:off x="111760" y="0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GUI-Module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DBEA19-7A07-8843-2C2C-FEF355E96523}"/>
              </a:ext>
            </a:extLst>
          </p:cNvPr>
          <p:cNvSpPr txBox="1"/>
          <p:nvPr/>
        </p:nvSpPr>
        <p:spPr>
          <a:xfrm>
            <a:off x="111760" y="2402396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Logic-Module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BB7B64-AAA3-5DB8-2169-1FB9B4C86878}"/>
              </a:ext>
            </a:extLst>
          </p:cNvPr>
          <p:cNvSpPr txBox="1"/>
          <p:nvPr/>
        </p:nvSpPr>
        <p:spPr>
          <a:xfrm>
            <a:off x="111760" y="4341477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Data-Module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47B9D4-43C5-8914-6F9B-49EF95FD406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951792" y="1435996"/>
            <a:ext cx="71717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9CC16D-1B03-8EC9-F844-EE7D009FE473}"/>
              </a:ext>
            </a:extLst>
          </p:cNvPr>
          <p:cNvCxnSpPr/>
          <p:nvPr/>
        </p:nvCxnSpPr>
        <p:spPr>
          <a:xfrm flipV="1">
            <a:off x="7245201" y="1435994"/>
            <a:ext cx="71717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6E406A-C593-9474-AFA7-08DDCF2F842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4309260" y="2108348"/>
            <a:ext cx="1640541" cy="4818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0DBB66-148C-5C89-C1B2-E2BD8140E79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309260" y="2108347"/>
            <a:ext cx="4919382" cy="4818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D5A7BC-CF36-1A3E-F3A7-3A345F41962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309260" y="3934908"/>
            <a:ext cx="1741394" cy="48185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DBFA404-0B27-9769-98CC-9E8044C1D0FD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603790" y="2108347"/>
            <a:ext cx="1624852" cy="4818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582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 Kiewath</dc:creator>
  <cp:lastModifiedBy>Johannes Kiewath</cp:lastModifiedBy>
  <cp:revision>1</cp:revision>
  <dcterms:created xsi:type="dcterms:W3CDTF">2026-03-26T15:19:24Z</dcterms:created>
  <dcterms:modified xsi:type="dcterms:W3CDTF">2026-03-26T15:19:42Z</dcterms:modified>
</cp:coreProperties>
</file>